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0" r:id="rId4"/>
    <p:sldId id="262" r:id="rId5"/>
    <p:sldId id="265" r:id="rId6"/>
    <p:sldId id="270" r:id="rId7"/>
    <p:sldId id="266" r:id="rId8"/>
    <p:sldId id="27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BA68B8-A61C-4860-A954-7E3F10FB52F4}" v="51" dt="2026-04-29T03:42:28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1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VEZ ANSARI" userId="7f036de033caac6e" providerId="Windows Live" clId="Web-{78E07A81-B3E8-4022-AB69-6158776E5111}"/>
    <pc:docChg chg="modSld">
      <pc:chgData name="SHAVEZ ANSARI" userId="7f036de033caac6e" providerId="Windows Live" clId="Web-{78E07A81-B3E8-4022-AB69-6158776E5111}" dt="2026-04-27T12:48:39.529" v="41" actId="1076"/>
      <pc:docMkLst>
        <pc:docMk/>
      </pc:docMkLst>
      <pc:sldChg chg="addSp delSp modSp">
        <pc:chgData name="SHAVEZ ANSARI" userId="7f036de033caac6e" providerId="Windows Live" clId="Web-{78E07A81-B3E8-4022-AB69-6158776E5111}" dt="2026-04-27T12:48:39.529" v="41" actId="1076"/>
        <pc:sldMkLst>
          <pc:docMk/>
          <pc:sldMk cId="0" sldId="265"/>
        </pc:sldMkLst>
        <pc:spChg chg="add mod">
          <ac:chgData name="SHAVEZ ANSARI" userId="7f036de033caac6e" providerId="Windows Live" clId="Web-{78E07A81-B3E8-4022-AB69-6158776E5111}" dt="2026-04-27T12:48:39.529" v="41" actId="1076"/>
          <ac:spMkLst>
            <pc:docMk/>
            <pc:sldMk cId="0" sldId="265"/>
            <ac:spMk id="6" creationId="{0EA29747-3C5C-2BB3-3371-3B87C1F64960}"/>
          </ac:spMkLst>
        </pc:spChg>
        <pc:picChg chg="add del">
          <ac:chgData name="SHAVEZ ANSARI" userId="7f036de033caac6e" providerId="Windows Live" clId="Web-{78E07A81-B3E8-4022-AB69-6158776E5111}" dt="2026-04-27T12:43:21.688" v="7"/>
          <ac:picMkLst>
            <pc:docMk/>
            <pc:sldMk cId="0" sldId="265"/>
            <ac:picMk id="5" creationId="{CB94EFFA-F2A9-369C-7A9C-C73C57880253}"/>
          </ac:picMkLst>
        </pc:picChg>
      </pc:sldChg>
      <pc:sldChg chg="addSp delSp modSp">
        <pc:chgData name="SHAVEZ ANSARI" userId="7f036de033caac6e" providerId="Windows Live" clId="Web-{78E07A81-B3E8-4022-AB69-6158776E5111}" dt="2026-04-27T12:48:34.295" v="40" actId="14100"/>
        <pc:sldMkLst>
          <pc:docMk/>
          <pc:sldMk cId="0" sldId="266"/>
        </pc:sldMkLst>
        <pc:spChg chg="add mod">
          <ac:chgData name="SHAVEZ ANSARI" userId="7f036de033caac6e" providerId="Windows Live" clId="Web-{78E07A81-B3E8-4022-AB69-6158776E5111}" dt="2026-04-27T12:48:34.295" v="40" actId="14100"/>
          <ac:spMkLst>
            <pc:docMk/>
            <pc:sldMk cId="0" sldId="266"/>
            <ac:spMk id="7" creationId="{49D72C95-FA4B-FB8C-B94E-01F5AF1C2275}"/>
          </ac:spMkLst>
        </pc:spChg>
      </pc:sldChg>
    </pc:docChg>
  </pc:docChgLst>
  <pc:docChgLst>
    <pc:chgData name="SHAVEZ ANSARI" userId="7f036de033caac6e" providerId="LiveId" clId="{B4C69FD5-9F0D-4F3C-87EC-97F0556B39DD}"/>
    <pc:docChg chg="undo redo custSel addSld delSld modSld sldOrd">
      <pc:chgData name="SHAVEZ ANSARI" userId="7f036de033caac6e" providerId="LiveId" clId="{B4C69FD5-9F0D-4F3C-87EC-97F0556B39DD}" dt="2026-04-29T03:42:28.483" v="824"/>
      <pc:docMkLst>
        <pc:docMk/>
      </pc:docMkLst>
      <pc:sldChg chg="addSp delSp modSp mod">
        <pc:chgData name="SHAVEZ ANSARI" userId="7f036de033caac6e" providerId="LiveId" clId="{B4C69FD5-9F0D-4F3C-87EC-97F0556B39DD}" dt="2026-04-27T09:08:51.269" v="796" actId="1076"/>
        <pc:sldMkLst>
          <pc:docMk/>
          <pc:sldMk cId="0" sldId="257"/>
        </pc:sldMkLst>
        <pc:spChg chg="mod">
          <ac:chgData name="SHAVEZ ANSARI" userId="7f036de033caac6e" providerId="LiveId" clId="{B4C69FD5-9F0D-4F3C-87EC-97F0556B39DD}" dt="2026-04-27T09:08:46.248" v="794" actId="1076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SHAVEZ ANSARI" userId="7f036de033caac6e" providerId="LiveId" clId="{B4C69FD5-9F0D-4F3C-87EC-97F0556B39DD}" dt="2026-04-27T09:08:51.269" v="796" actId="1076"/>
          <ac:picMkLst>
            <pc:docMk/>
            <pc:sldMk cId="0" sldId="257"/>
            <ac:picMk id="2050" creationId="{A8DAE372-3C25-E901-1984-59D5EEAF6513}"/>
          </ac:picMkLst>
        </pc:picChg>
      </pc:sldChg>
      <pc:sldChg chg="modSp mod">
        <pc:chgData name="SHAVEZ ANSARI" userId="7f036de033caac6e" providerId="LiveId" clId="{B4C69FD5-9F0D-4F3C-87EC-97F0556B39DD}" dt="2026-04-27T09:03:14.461" v="714" actId="1076"/>
        <pc:sldMkLst>
          <pc:docMk/>
          <pc:sldMk cId="0" sldId="258"/>
        </pc:sldMkLst>
        <pc:spChg chg="mod">
          <ac:chgData name="SHAVEZ ANSARI" userId="7f036de033caac6e" providerId="LiveId" clId="{B4C69FD5-9F0D-4F3C-87EC-97F0556B39DD}" dt="2026-04-27T09:03:14.461" v="714" actId="1076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">
        <pc:chgData name="SHAVEZ ANSARI" userId="7f036de033caac6e" providerId="LiveId" clId="{B4C69FD5-9F0D-4F3C-87EC-97F0556B39DD}" dt="2026-04-27T08:13:51.784" v="36" actId="108"/>
        <pc:sldMkLst>
          <pc:docMk/>
          <pc:sldMk cId="0" sldId="260"/>
        </pc:sldMkLst>
        <pc:spChg chg="mod">
          <ac:chgData name="SHAVEZ ANSARI" userId="7f036de033caac6e" providerId="LiveId" clId="{B4C69FD5-9F0D-4F3C-87EC-97F0556B39DD}" dt="2026-04-27T08:13:51.784" v="36" actId="108"/>
          <ac:spMkLst>
            <pc:docMk/>
            <pc:sldMk cId="0" sldId="260"/>
            <ac:spMk id="2" creationId="{00000000-0000-0000-0000-000000000000}"/>
          </ac:spMkLst>
        </pc:spChg>
        <pc:graphicFrameChg chg="add mod modGraphic">
          <ac:chgData name="SHAVEZ ANSARI" userId="7f036de033caac6e" providerId="LiveId" clId="{B4C69FD5-9F0D-4F3C-87EC-97F0556B39DD}" dt="2026-04-27T08:13:21.419" v="34" actId="1076"/>
          <ac:graphicFrameMkLst>
            <pc:docMk/>
            <pc:sldMk cId="0" sldId="260"/>
            <ac:graphicFrameMk id="5" creationId="{AD4DE5D1-F711-B5C7-2999-97ABC14C1559}"/>
          </ac:graphicFrameMkLst>
        </pc:graphicFrameChg>
      </pc:sldChg>
      <pc:sldChg chg="modSp mod">
        <pc:chgData name="SHAVEZ ANSARI" userId="7f036de033caac6e" providerId="LiveId" clId="{B4C69FD5-9F0D-4F3C-87EC-97F0556B39DD}" dt="2026-04-27T09:03:06.434" v="713" actId="1076"/>
        <pc:sldMkLst>
          <pc:docMk/>
          <pc:sldMk cId="0" sldId="262"/>
        </pc:sldMkLst>
        <pc:spChg chg="mod">
          <ac:chgData name="SHAVEZ ANSARI" userId="7f036de033caac6e" providerId="LiveId" clId="{B4C69FD5-9F0D-4F3C-87EC-97F0556B39DD}" dt="2026-04-27T08:14:23.592" v="62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SHAVEZ ANSARI" userId="7f036de033caac6e" providerId="LiveId" clId="{B4C69FD5-9F0D-4F3C-87EC-97F0556B39DD}" dt="2026-04-27T09:03:06.434" v="713" actId="1076"/>
          <ac:spMkLst>
            <pc:docMk/>
            <pc:sldMk cId="0" sldId="262"/>
            <ac:spMk id="3" creationId="{00000000-0000-0000-0000-000000000000}"/>
          </ac:spMkLst>
        </pc:spChg>
      </pc:sldChg>
      <pc:sldChg chg="addSp delSp modSp mod">
        <pc:chgData name="SHAVEZ ANSARI" userId="7f036de033caac6e" providerId="LiveId" clId="{B4C69FD5-9F0D-4F3C-87EC-97F0556B39DD}" dt="2026-04-27T09:08:07.088" v="792" actId="14100"/>
        <pc:sldMkLst>
          <pc:docMk/>
          <pc:sldMk cId="0" sldId="265"/>
        </pc:sldMkLst>
        <pc:spChg chg="mod">
          <ac:chgData name="SHAVEZ ANSARI" userId="7f036de033caac6e" providerId="LiveId" clId="{B4C69FD5-9F0D-4F3C-87EC-97F0556B39DD}" dt="2026-04-27T09:06:44.570" v="723"/>
          <ac:spMkLst>
            <pc:docMk/>
            <pc:sldMk cId="0" sldId="265"/>
            <ac:spMk id="2" creationId="{00000000-0000-0000-0000-000000000000}"/>
          </ac:spMkLst>
        </pc:spChg>
        <pc:spChg chg="add mod">
          <ac:chgData name="SHAVEZ ANSARI" userId="7f036de033caac6e" providerId="LiveId" clId="{B4C69FD5-9F0D-4F3C-87EC-97F0556B39DD}" dt="2026-04-27T09:07:25.535" v="787" actId="20577"/>
          <ac:spMkLst>
            <pc:docMk/>
            <pc:sldMk cId="0" sldId="265"/>
            <ac:spMk id="7" creationId="{59E3259B-B1BB-9180-5065-438EB3AE1A2E}"/>
          </ac:spMkLst>
        </pc:spChg>
        <pc:picChg chg="add mod ord modCrop">
          <ac:chgData name="SHAVEZ ANSARI" userId="7f036de033caac6e" providerId="LiveId" clId="{B4C69FD5-9F0D-4F3C-87EC-97F0556B39DD}" dt="2026-04-27T09:08:07.088" v="792" actId="14100"/>
          <ac:picMkLst>
            <pc:docMk/>
            <pc:sldMk cId="0" sldId="265"/>
            <ac:picMk id="5" creationId="{CB94EFFA-F2A9-369C-7A9C-C73C57880253}"/>
          </ac:picMkLst>
        </pc:picChg>
      </pc:sldChg>
      <pc:sldChg chg="addSp delSp modSp mod">
        <pc:chgData name="SHAVEZ ANSARI" userId="7f036de033caac6e" providerId="LiveId" clId="{B4C69FD5-9F0D-4F3C-87EC-97F0556B39DD}" dt="2026-04-29T03:42:28.483" v="824"/>
        <pc:sldMkLst>
          <pc:docMk/>
          <pc:sldMk cId="0" sldId="266"/>
        </pc:sldMkLst>
        <pc:spChg chg="mod">
          <ac:chgData name="SHAVEZ ANSARI" userId="7f036de033caac6e" providerId="LiveId" clId="{B4C69FD5-9F0D-4F3C-87EC-97F0556B39DD}" dt="2026-04-27T08:55:53.202" v="599"/>
          <ac:spMkLst>
            <pc:docMk/>
            <pc:sldMk cId="0" sldId="266"/>
            <ac:spMk id="2" creationId="{00000000-0000-0000-0000-000000000000}"/>
          </ac:spMkLst>
        </pc:spChg>
        <pc:spChg chg="add del">
          <ac:chgData name="SHAVEZ ANSARI" userId="7f036de033caac6e" providerId="LiveId" clId="{B4C69FD5-9F0D-4F3C-87EC-97F0556B39DD}" dt="2026-04-29T03:42:07.840" v="819" actId="22"/>
          <ac:spMkLst>
            <pc:docMk/>
            <pc:sldMk cId="0" sldId="266"/>
            <ac:spMk id="4" creationId="{7A64BB60-DCF3-EE21-4BE9-BD235710CA6B}"/>
          </ac:spMkLst>
        </pc:spChg>
        <pc:spChg chg="mod">
          <ac:chgData name="SHAVEZ ANSARI" userId="7f036de033caac6e" providerId="LiveId" clId="{B4C69FD5-9F0D-4F3C-87EC-97F0556B39DD}" dt="2026-04-29T03:42:28.483" v="824"/>
          <ac:spMkLst>
            <pc:docMk/>
            <pc:sldMk cId="0" sldId="266"/>
            <ac:spMk id="7" creationId="{49D72C95-FA4B-FB8C-B94E-01F5AF1C2275}"/>
          </ac:spMkLst>
        </pc:spChg>
        <pc:spChg chg="add mod">
          <ac:chgData name="SHAVEZ ANSARI" userId="7f036de033caac6e" providerId="LiveId" clId="{B4C69FD5-9F0D-4F3C-87EC-97F0556B39DD}" dt="2026-04-27T09:10:03.249" v="813" actId="1076"/>
          <ac:spMkLst>
            <pc:docMk/>
            <pc:sldMk cId="0" sldId="266"/>
            <ac:spMk id="11" creationId="{DD981A12-B9D9-B1B2-A69D-20B4994D2D16}"/>
          </ac:spMkLst>
        </pc:spChg>
        <pc:picChg chg="add mod ord modCrop">
          <ac:chgData name="SHAVEZ ANSARI" userId="7f036de033caac6e" providerId="LiveId" clId="{B4C69FD5-9F0D-4F3C-87EC-97F0556B39DD}" dt="2026-04-27T09:10:22.643" v="816" actId="1076"/>
          <ac:picMkLst>
            <pc:docMk/>
            <pc:sldMk cId="0" sldId="266"/>
            <ac:picMk id="9" creationId="{0FCBFBAF-8066-1B7E-E558-EC56AB9C1F87}"/>
          </ac:picMkLst>
        </pc:picChg>
      </pc:sldChg>
      <pc:sldChg chg="modSp mod ord">
        <pc:chgData name="SHAVEZ ANSARI" userId="7f036de033caac6e" providerId="LiveId" clId="{B4C69FD5-9F0D-4F3C-87EC-97F0556B39DD}" dt="2026-04-27T09:09:34.804" v="804" actId="1076"/>
        <pc:sldMkLst>
          <pc:docMk/>
          <pc:sldMk cId="0" sldId="270"/>
        </pc:sldMkLst>
        <pc:spChg chg="mod">
          <ac:chgData name="SHAVEZ ANSARI" userId="7f036de033caac6e" providerId="LiveId" clId="{B4C69FD5-9F0D-4F3C-87EC-97F0556B39DD}" dt="2026-04-27T08:54:53.673" v="578" actId="20577"/>
          <ac:spMkLst>
            <pc:docMk/>
            <pc:sldMk cId="0" sldId="270"/>
            <ac:spMk id="2" creationId="{00000000-0000-0000-0000-000000000000}"/>
          </ac:spMkLst>
        </pc:spChg>
        <pc:spChg chg="mod">
          <ac:chgData name="SHAVEZ ANSARI" userId="7f036de033caac6e" providerId="LiveId" clId="{B4C69FD5-9F0D-4F3C-87EC-97F0556B39DD}" dt="2026-04-27T09:09:34.804" v="804" actId="1076"/>
          <ac:spMkLst>
            <pc:docMk/>
            <pc:sldMk cId="0" sldId="270"/>
            <ac:spMk id="3" creationId="{00000000-0000-0000-0000-000000000000}"/>
          </ac:spMkLst>
        </pc:spChg>
      </pc:sldChg>
      <pc:sldChg chg="modSp add mod">
        <pc:chgData name="SHAVEZ ANSARI" userId="7f036de033caac6e" providerId="LiveId" clId="{B4C69FD5-9F0D-4F3C-87EC-97F0556B39DD}" dt="2026-04-27T08:57:11.439" v="649" actId="1076"/>
        <pc:sldMkLst>
          <pc:docMk/>
          <pc:sldMk cId="1837945540" sldId="274"/>
        </pc:sldMkLst>
        <pc:spChg chg="mod">
          <ac:chgData name="SHAVEZ ANSARI" userId="7f036de033caac6e" providerId="LiveId" clId="{B4C69FD5-9F0D-4F3C-87EC-97F0556B39DD}" dt="2026-04-27T08:47:18.685" v="500" actId="20577"/>
          <ac:spMkLst>
            <pc:docMk/>
            <pc:sldMk cId="1837945540" sldId="274"/>
            <ac:spMk id="2" creationId="{4D7D373F-E7E0-ECF8-E621-0CA205F095F1}"/>
          </ac:spMkLst>
        </pc:spChg>
        <pc:spChg chg="mod">
          <ac:chgData name="SHAVEZ ANSARI" userId="7f036de033caac6e" providerId="LiveId" clId="{B4C69FD5-9F0D-4F3C-87EC-97F0556B39DD}" dt="2026-04-27T08:57:11.439" v="649" actId="1076"/>
          <ac:spMkLst>
            <pc:docMk/>
            <pc:sldMk cId="1837945540" sldId="274"/>
            <ac:spMk id="3" creationId="{4D12E6DA-50A0-3BB3-39A9-65463D547344}"/>
          </ac:spMkLst>
        </pc:spChg>
      </pc:sldChg>
    </pc:docChg>
  </pc:docChgLst>
  <pc:docChgLst>
    <pc:chgData name="SHAVEZ ANSARI" userId="7f036de033caac6e" providerId="LiveId" clId="{8054CD99-D820-4F59-B207-5EC93C5F0C89}"/>
    <pc:docChg chg="undo custSel delSld modSld">
      <pc:chgData name="SHAVEZ ANSARI" userId="7f036de033caac6e" providerId="LiveId" clId="{8054CD99-D820-4F59-B207-5EC93C5F0C89}" dt="2026-04-16T17:12:39.971" v="151" actId="20577"/>
      <pc:docMkLst>
        <pc:docMk/>
      </pc:docMkLst>
      <pc:sldChg chg="modSp mod">
        <pc:chgData name="SHAVEZ ANSARI" userId="7f036de033caac6e" providerId="LiveId" clId="{8054CD99-D820-4F59-B207-5EC93C5F0C89}" dt="2026-04-16T17:12:39.971" v="151" actId="20577"/>
        <pc:sldMkLst>
          <pc:docMk/>
          <pc:sldMk cId="0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30012"/>
            <a:ext cx="8229600" cy="30427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Continuous Integration (CI)</a:t>
            </a:r>
          </a:p>
          <a:p>
            <a:r>
              <a:rPr lang="en-US" sz="2000" dirty="0"/>
              <a:t>Developers frequently merge code into a shared repository </a:t>
            </a:r>
          </a:p>
          <a:p>
            <a:r>
              <a:rPr lang="en-US" sz="2000" dirty="0"/>
              <a:t>Automated builds and tests run on each change </a:t>
            </a:r>
          </a:p>
          <a:p>
            <a:r>
              <a:rPr lang="en-US" sz="2000" dirty="0"/>
              <a:t>Goal: detect bugs early </a:t>
            </a:r>
          </a:p>
          <a:p>
            <a:pPr marL="0" indent="0">
              <a:buNone/>
            </a:pPr>
            <a:r>
              <a:rPr lang="en-US" sz="2000" b="1" dirty="0"/>
              <a:t>Continuous Delivery (CD)</a:t>
            </a:r>
          </a:p>
          <a:p>
            <a:r>
              <a:rPr lang="en-US" sz="2000" dirty="0"/>
              <a:t>Code changes are automatically prepared for release </a:t>
            </a:r>
          </a:p>
          <a:p>
            <a:r>
              <a:rPr lang="en-US" sz="2000" dirty="0"/>
              <a:t>Deployment is manual (approval step)</a:t>
            </a:r>
          </a:p>
        </p:txBody>
      </p:sp>
      <p:pic>
        <p:nvPicPr>
          <p:cNvPr id="2050" name="Picture 2" descr="What Is CI/CD and How Does It Work? | Black Duck">
            <a:extLst>
              <a:ext uri="{FF2B5EF4-FFF2-40B4-BE49-F238E27FC236}">
                <a16:creationId xmlns:a16="http://schemas.microsoft.com/office/drawing/2014/main" id="{A8DAE372-3C25-E901-1984-59D5EEAF6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929" y="477941"/>
            <a:ext cx="4904141" cy="2452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658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Faster development cycles </a:t>
            </a:r>
          </a:p>
          <a:p>
            <a:r>
              <a:rPr lang="en-US" sz="2400" dirty="0"/>
              <a:t>Early bug detection </a:t>
            </a:r>
          </a:p>
          <a:p>
            <a:r>
              <a:rPr lang="en-US" sz="2400" dirty="0"/>
              <a:t>Improved collaboration </a:t>
            </a:r>
          </a:p>
          <a:p>
            <a:r>
              <a:rPr lang="en-US" sz="2400" dirty="0"/>
              <a:t>Reliable releases </a:t>
            </a:r>
          </a:p>
          <a:p>
            <a:r>
              <a:rPr lang="en-US" sz="2400" dirty="0"/>
              <a:t>Reduced manual errors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Traditional</a:t>
            </a:r>
            <a:r>
              <a:rPr lang="fr-FR" dirty="0"/>
              <a:t> vs CI/CD </a:t>
            </a:r>
            <a:r>
              <a:rPr lang="fr-FR" dirty="0" err="1"/>
              <a:t>Approach</a:t>
            </a:r>
            <a:endParaRPr lang="fr-FR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D4DE5D1-F711-B5C7-2999-97ABC14C15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2035646"/>
              </p:ext>
            </p:extLst>
          </p:nvPr>
        </p:nvGraphicFramePr>
        <p:xfrm>
          <a:off x="685800" y="1383733"/>
          <a:ext cx="8229600" cy="22860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76184010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4179209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417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Manual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Automated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767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Infrequent releases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Frequent releases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897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High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Low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901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Slow feedback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Fast feedback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1941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Actions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832" y="158791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GitHub Actions is a CI/CD tool built into GitHub.</a:t>
            </a:r>
          </a:p>
          <a:p>
            <a:pPr marL="0" indent="0">
              <a:buNone/>
            </a:pPr>
            <a:r>
              <a:rPr lang="en-US" sz="2400" b="1" dirty="0"/>
              <a:t>Key Features:</a:t>
            </a:r>
          </a:p>
          <a:p>
            <a:r>
              <a:rPr lang="en-US" sz="2400" dirty="0"/>
              <a:t>Automate workflows </a:t>
            </a:r>
          </a:p>
          <a:p>
            <a:r>
              <a:rPr lang="en-US" sz="2400" dirty="0"/>
              <a:t>Run tests, builds, deployments </a:t>
            </a:r>
          </a:p>
          <a:p>
            <a:r>
              <a:rPr lang="en-US" sz="2400" dirty="0"/>
              <a:t>Event-driven execution </a:t>
            </a:r>
          </a:p>
          <a:p>
            <a:r>
              <a:rPr lang="en-US" sz="2400" dirty="0"/>
              <a:t>Supports multiple languages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Workflow Syntax &amp;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94EFFA-F2A9-369C-7A9C-C73C578802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966" r="30902"/>
          <a:stretch>
            <a:fillRect/>
          </a:stretch>
        </p:blipFill>
        <p:spPr>
          <a:xfrm>
            <a:off x="594852" y="1769807"/>
            <a:ext cx="8091948" cy="41676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E3259B-B1BB-9180-5065-438EB3AE1A2E}"/>
              </a:ext>
            </a:extLst>
          </p:cNvPr>
          <p:cNvSpPr txBox="1"/>
          <p:nvPr/>
        </p:nvSpPr>
        <p:spPr>
          <a:xfrm>
            <a:off x="986243" y="132034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take template to show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29747-3C5C-2BB3-3371-3B87C1F64960}"/>
              </a:ext>
            </a:extLst>
          </p:cNvPr>
          <p:cNvSpPr txBox="1"/>
          <p:nvPr/>
        </p:nvSpPr>
        <p:spPr>
          <a:xfrm>
            <a:off x="5555226" y="2335161"/>
            <a:ext cx="3121742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name: CI Pipeline</a:t>
            </a:r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r>
              <a:rPr lang="en-US" sz="1200">
                <a:ea typeface="+mn-lt"/>
                <a:cs typeface="+mn-lt"/>
              </a:rPr>
              <a:t>on:</a:t>
            </a:r>
            <a:endParaRPr lang="en-US" sz="1200" dirty="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  push:</a:t>
            </a:r>
            <a:endParaRPr lang="en-US" sz="1200" dirty="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    branches: [ main ]</a:t>
            </a:r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r>
              <a:rPr lang="en-US" sz="1200">
                <a:ea typeface="+mn-lt"/>
                <a:cs typeface="+mn-lt"/>
              </a:rPr>
              <a:t>jobs:</a:t>
            </a:r>
            <a:endParaRPr lang="en-US" sz="1200" dirty="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  build:</a:t>
            </a:r>
            <a:endParaRPr lang="en-US" sz="1200" dirty="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    runs-on: ubuntu-latest</a:t>
            </a:r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r>
              <a:rPr lang="en-US" sz="1200">
                <a:ea typeface="+mn-lt"/>
                <a:cs typeface="+mn-lt"/>
              </a:rPr>
              <a:t>    steps:</a:t>
            </a:r>
            <a:endParaRPr lang="en-US" sz="1200" dirty="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      - name: Checkout code</a:t>
            </a:r>
            <a:endParaRPr lang="en-US" sz="1200" dirty="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        uses: actions/checkout@v3</a:t>
            </a:r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r>
              <a:rPr lang="en-US" sz="1200">
                <a:ea typeface="+mn-lt"/>
                <a:cs typeface="+mn-lt"/>
              </a:rPr>
              <a:t>      - name: Run a script</a:t>
            </a:r>
            <a:endParaRPr lang="en-US" sz="1200" dirty="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        run: echo "Hello, CI/CD!"</a:t>
            </a:r>
            <a:endParaRPr lang="en-US" sz="1200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Keywords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927" y="170277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Workflow Keywords</a:t>
            </a:r>
          </a:p>
          <a:p>
            <a:r>
              <a:rPr lang="en-IN" sz="2400" dirty="0"/>
              <a:t>name → Workflow name </a:t>
            </a:r>
          </a:p>
          <a:p>
            <a:r>
              <a:rPr lang="en-IN" sz="2400" dirty="0"/>
              <a:t>on → Trigger </a:t>
            </a:r>
          </a:p>
          <a:p>
            <a:r>
              <a:rPr lang="en-IN" sz="2400" dirty="0"/>
              <a:t>jobs → Tasks ( grp of steps, can run parallel )</a:t>
            </a:r>
          </a:p>
          <a:p>
            <a:r>
              <a:rPr lang="en-IN" sz="2400" dirty="0"/>
              <a:t>steps → Commands ( run sequentially )</a:t>
            </a:r>
          </a:p>
          <a:p>
            <a:pPr marL="0" indent="0">
              <a:buNone/>
            </a:pPr>
            <a:r>
              <a:rPr lang="en-IN" sz="2400" b="1" dirty="0"/>
              <a:t>Events (Triggers) : </a:t>
            </a:r>
            <a:r>
              <a:rPr lang="en-IN" sz="2400" dirty="0"/>
              <a:t> push , pull, workflow dispatch</a:t>
            </a:r>
            <a:br>
              <a:rPr lang="en-IN" sz="2400" b="1" dirty="0"/>
            </a:br>
            <a:r>
              <a:rPr lang="en-IN" sz="2400" b="1" dirty="0"/>
              <a:t>Runners: </a:t>
            </a:r>
            <a:r>
              <a:rPr lang="en-IN" sz="2400" dirty="0"/>
              <a:t>machine that executes jobs</a:t>
            </a:r>
            <a:br>
              <a:rPr lang="en-IN" sz="2400" dirty="0"/>
            </a:br>
            <a:r>
              <a:rPr lang="en-IN" sz="2400" dirty="0" err="1"/>
              <a:t>eg</a:t>
            </a:r>
            <a:r>
              <a:rPr lang="en-IN" sz="2400" dirty="0"/>
              <a:t>: ubuntu, window, mac, self-hosted runner</a:t>
            </a:r>
            <a:endParaRPr lang="en-IN" sz="2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Test </a:t>
            </a:r>
            <a:endParaRPr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FCBFBAF-8066-1B7E-E558-EC56AB9C1F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921" b="7795"/>
          <a:stretch>
            <a:fillRect/>
          </a:stretch>
        </p:blipFill>
        <p:spPr>
          <a:xfrm>
            <a:off x="771581" y="2344057"/>
            <a:ext cx="7091642" cy="34019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981A12-B9D9-B1B2-A69D-20B4994D2D16}"/>
              </a:ext>
            </a:extLst>
          </p:cNvPr>
          <p:cNvSpPr txBox="1"/>
          <p:nvPr/>
        </p:nvSpPr>
        <p:spPr>
          <a:xfrm>
            <a:off x="1005223" y="1201057"/>
            <a:ext cx="685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Workflow templates explain </a:t>
            </a:r>
            <a:r>
              <a:rPr lang="en-US" dirty="0" err="1"/>
              <a:t>eg</a:t>
            </a:r>
            <a:r>
              <a:rPr lang="en-US" dirty="0"/>
              <a:t>: 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ENV: Repo → Settings → Secrets → Actions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custom workflow in </a:t>
            </a:r>
            <a:r>
              <a:rPr lang="en-US" dirty="0" err="1"/>
              <a:t>github</a:t>
            </a:r>
            <a:r>
              <a:rPr lang="en-US" dirty="0"/>
              <a:t> 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D72C95-FA4B-FB8C-B94E-01F5AF1C2275}"/>
              </a:ext>
            </a:extLst>
          </p:cNvPr>
          <p:cNvSpPr txBox="1"/>
          <p:nvPr/>
        </p:nvSpPr>
        <p:spPr>
          <a:xfrm>
            <a:off x="5444613" y="3072581"/>
            <a:ext cx="2408904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+mn-lt"/>
                <a:cs typeface="+mn-lt"/>
              </a:rPr>
              <a:t>name: CI Pipeline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on: push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jobs:</a:t>
            </a:r>
          </a:p>
          <a:p>
            <a:r>
              <a:rPr lang="en-US" sz="1200" dirty="0">
                <a:ea typeface="+mn-lt"/>
                <a:cs typeface="+mn-lt"/>
              </a:rPr>
              <a:t>  build:</a:t>
            </a:r>
          </a:p>
          <a:p>
            <a:r>
              <a:rPr lang="en-US" sz="1200" dirty="0">
                <a:ea typeface="+mn-lt"/>
                <a:cs typeface="+mn-lt"/>
              </a:rPr>
              <a:t>    runs-on: ubuntu-latest</a:t>
            </a:r>
          </a:p>
          <a:p>
            <a:r>
              <a:rPr lang="en-US" sz="1200" dirty="0">
                <a:ea typeface="+mn-lt"/>
                <a:cs typeface="+mn-lt"/>
              </a:rPr>
              <a:t>    steps:</a:t>
            </a:r>
          </a:p>
          <a:p>
            <a:r>
              <a:rPr lang="en-US" sz="1200" dirty="0">
                <a:ea typeface="+mn-lt"/>
                <a:cs typeface="+mn-lt"/>
              </a:rPr>
              <a:t>      - name: Say hello</a:t>
            </a:r>
          </a:p>
          <a:p>
            <a:r>
              <a:rPr lang="en-US" sz="1200" dirty="0">
                <a:ea typeface="+mn-lt"/>
                <a:cs typeface="+mn-lt"/>
              </a:rPr>
              <a:t>        run: echo "Hello CI/CD“</a:t>
            </a:r>
            <a:br>
              <a:rPr lang="en-US" sz="1200" dirty="0">
                <a:ea typeface="+mn-lt"/>
                <a:cs typeface="+mn-lt"/>
              </a:rPr>
            </a:br>
            <a:br>
              <a:rPr lang="en-US" sz="1200" dirty="0">
                <a:ea typeface="+mn-lt"/>
                <a:cs typeface="+mn-lt"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6B62-F0BF-E2A4-DAF1-FC01E5638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D373F-E7E0-ECF8-E621-0CA205F09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 Pipeline Overview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2E6DA-50A0-3BB3-39A9-65463D547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437" y="141763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Steps: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Checkout code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Install dependencies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Run tests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Build</a:t>
            </a:r>
          </a:p>
          <a:p>
            <a:pPr marL="0" indent="0">
              <a:buNone/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837945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313</Words>
  <Application>Microsoft Office PowerPoint</Application>
  <PresentationFormat>On-screen Show (4:3)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Why It Matters</vt:lpstr>
      <vt:lpstr>Traditional vs CI/CD Approach</vt:lpstr>
      <vt:lpstr>Github Actions</vt:lpstr>
      <vt:lpstr>Workflow Syntax &amp; Structure</vt:lpstr>
      <vt:lpstr>Workflow Keywords</vt:lpstr>
      <vt:lpstr>Practice Test </vt:lpstr>
      <vt:lpstr>CI Pipeline Overview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SHAVEZ ANSARI</cp:lastModifiedBy>
  <cp:revision>18</cp:revision>
  <dcterms:created xsi:type="dcterms:W3CDTF">2013-01-27T09:14:16Z</dcterms:created>
  <dcterms:modified xsi:type="dcterms:W3CDTF">2026-04-29T03:42:30Z</dcterms:modified>
  <cp:category/>
</cp:coreProperties>
</file>